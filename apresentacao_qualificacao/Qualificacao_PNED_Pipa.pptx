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080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as partes se conectam</a:t>
            </a:r>
            <a:endParaRPr lang="pt-BR" sz="2400" dirty="0"/>
          </a:p>
        </p:txBody>
      </p:sp>
      <p:sp>
        <p:nvSpPr>
          <p:cNvPr id="202" name="Texto 202"/>
          <p:cNvSpPr txBox="1"/>
          <p:nvPr/>
        </p:nvSpPr>
        <p:spPr>
          <a:xfrm>
            <a:off x="612000" y="1908000"/>
            <a:ext cx="1533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pela Secretaria Municipal de Educação de Tibau do Sul (RN), num território municipal que reúne áreas urbanas e rurais, povoados com realidades distintas e uma comunidade quilombola, e como essa recontextualização chega à Escola Municipal Domitila Castelo da Silva, em Pipa, onde os profissionais da educação a encenam, atravessados pelas culturas profissionais, pelas condições materiais e institucionais da escola e pelas especificidades do lugar, produzindo diferentes formas de atuação, entre as quais podem emergir acomodações, negociações, ressignificações e resistências?</a:t>
            </a:r>
            <a:endParaRPr lang="pt-BR" sz="1522" dirty="0"/>
          </a:p>
        </p:txBody>
      </p:sp>
      <p:sp>
        <p:nvSpPr>
          <p:cNvPr id="203" name="Cartão 203"/>
          <p:cNvSpPr/>
          <p:nvPr/>
        </p:nvSpPr>
        <p:spPr>
          <a:xfrm>
            <a:off x="612000" y="3744000"/>
            <a:ext cx="2520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eixo Educação Digital Escolar</a:t>
            </a:r>
            <a:endParaRPr lang="pt-BR" sz="1522" dirty="0"/>
          </a:p>
        </p:txBody>
      </p:sp>
      <p:sp>
        <p:nvSpPr>
          <p:cNvPr id="204" name="Cartão 204"/>
          <p:cNvSpPr/>
          <p:nvPr/>
        </p:nvSpPr>
        <p:spPr>
          <a:xfrm>
            <a:off x="3708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é recontextualizada pela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SME DE TIBAU DO SUL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traduz a política para um território diverso: sede, áreas rurais, povoados e a comunidade quilombola de Sibaúma</a:t>
            </a:r>
            <a:endParaRPr lang="pt-BR" sz="1522" dirty="0"/>
          </a:p>
        </p:txBody>
      </p:sp>
      <p:sp>
        <p:nvSpPr>
          <p:cNvPr id="205" name="Cartão 205"/>
          <p:cNvSpPr/>
          <p:nvPr/>
        </p:nvSpPr>
        <p:spPr>
          <a:xfrm>
            <a:off x="7236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é encenada na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DE PIPA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pelos profissionais da educação (os atores)</a:t>
            </a:r>
            <a:endParaRPr lang="pt-BR" sz="1522" dirty="0"/>
          </a:p>
        </p:txBody>
      </p:sp>
      <p:sp>
        <p:nvSpPr>
          <p:cNvPr id="206" name="Forma 206"/>
          <p:cNvSpPr/>
          <p:nvPr/>
        </p:nvSpPr>
        <p:spPr>
          <a:xfrm>
            <a:off x="3222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7" name="Forma 207"/>
          <p:cNvSpPr/>
          <p:nvPr/>
        </p:nvSpPr>
        <p:spPr>
          <a:xfrm>
            <a:off x="6750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8" name="Forma 208"/>
          <p:cNvSpPr/>
          <p:nvPr/>
        </p:nvSpPr>
        <p:spPr>
          <a:xfrm>
            <a:off x="10278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9" name="Cartão 209"/>
          <p:cNvSpPr/>
          <p:nvPr/>
        </p:nvSpPr>
        <p:spPr>
          <a:xfrm>
            <a:off x="10764000" y="3744000"/>
            <a:ext cx="3456000" cy="345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26000" tIns="126000" rIns="126000" bIns="12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atravessada por</a:t>
            </a:r>
            <a:endParaRPr lang="pt-BR" sz="1522" dirty="0"/>
          </a:p>
        </p:txBody>
      </p:sp>
      <p:sp>
        <p:nvSpPr>
          <p:cNvPr id="210" name="Cartão 210"/>
          <p:cNvSpPr/>
          <p:nvPr/>
        </p:nvSpPr>
        <p:spPr>
          <a:xfrm>
            <a:off x="10980000" y="4284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595" dirty="0"/>
          </a:p>
        </p:txBody>
      </p:sp>
      <p:sp>
        <p:nvSpPr>
          <p:cNvPr id="211" name="Cartão 211"/>
          <p:cNvSpPr/>
          <p:nvPr/>
        </p:nvSpPr>
        <p:spPr>
          <a:xfrm>
            <a:off x="10980000" y="5238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materiais e institucionais</a:t>
            </a:r>
            <a:endParaRPr lang="pt-BR" sz="1595" dirty="0"/>
          </a:p>
        </p:txBody>
      </p:sp>
      <p:sp>
        <p:nvSpPr>
          <p:cNvPr id="212" name="Cartão 212"/>
          <p:cNvSpPr/>
          <p:nvPr/>
        </p:nvSpPr>
        <p:spPr>
          <a:xfrm>
            <a:off x="10980000" y="6192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Especificidades do lugar (território)</a:t>
            </a:r>
            <a:endParaRPr lang="pt-BR" sz="1595" dirty="0"/>
          </a:p>
        </p:txBody>
      </p:sp>
      <p:sp>
        <p:nvSpPr>
          <p:cNvPr id="213" name="Forma 213"/>
          <p:cNvSpPr/>
          <p:nvPr/>
        </p:nvSpPr>
        <p:spPr>
          <a:xfrm>
            <a:off x="14256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4" name="Cartão 214"/>
          <p:cNvSpPr/>
          <p:nvPr/>
        </p:nvSpPr>
        <p:spPr>
          <a:xfrm>
            <a:off x="14724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produz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acomodação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negociação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ressignificação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resistência*</a:t>
            </a:r>
            <a:endParaRPr lang="pt-BR" sz="1668" dirty="0"/>
          </a:p>
        </p:txBody>
      </p:sp>
      <p:sp>
        <p:nvSpPr>
          <p:cNvPr id="215" name="Cartão 215"/>
          <p:cNvSpPr/>
          <p:nvPr/>
        </p:nvSpPr>
        <p:spPr>
          <a:xfrm>
            <a:off x="612000" y="7560000"/>
            <a:ext cx="4536000" cy="237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</a:t>
            </a:r>
            <a:endParaRPr lang="pt-BR" sz="159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“coletivas, criativas e limitadas”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7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(BALL; MAGUIRE; BRAUN, 2016, p. 103)</a:t>
            </a:r>
            <a:endParaRPr lang="pt-BR" sz="1378" dirty="0"/>
          </a:p>
        </p:txBody>
      </p:sp>
      <p:sp>
        <p:nvSpPr>
          <p:cNvPr id="216" name="Cartão 216"/>
          <p:cNvSpPr/>
          <p:nvPr/>
        </p:nvSpPr>
        <p:spPr>
          <a:xfrm>
            <a:off x="5472000" y="7560000"/>
            <a:ext cx="7776000" cy="237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Um discurso é “um modo de construir sentidos que influencia e organiza tanto nossas ações quanto a concepção que temos de nós mesmos” (HALL, 2006, p. 50-51; aproximação nossa).</a:t>
            </a:r>
            <a:endParaRPr lang="pt-BR" sz="1522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as narrativas dos profissionais ocupam o centro da produção de dados.</a:t>
            </a:r>
            <a:endParaRPr lang="pt-BR" sz="1740" dirty="0"/>
          </a:p>
        </p:txBody>
      </p:sp>
      <p:sp>
        <p:nvSpPr>
          <p:cNvPr id="217" name="Forma 217"/>
          <p:cNvSpPr/>
          <p:nvPr/>
        </p:nvSpPr>
        <p:spPr>
          <a:xfrm>
            <a:off x="15948000" y="7236000"/>
            <a:ext cx="432000" cy="360000"/>
          </a:xfrm>
          <a:prstGeom prst="down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8" name="Cartão 218"/>
          <p:cNvSpPr/>
          <p:nvPr/>
        </p:nvSpPr>
        <p:spPr>
          <a:xfrm>
            <a:off x="13572000" y="7560000"/>
            <a:ext cx="4104000" cy="237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* A resistência é uma possibilidade: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hipótese a examinar nos dados, sem ser pressuposta.</a:t>
            </a:r>
            <a:endParaRPr lang="pt-BR" sz="1595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· campo em dez semanas após a aprovação · análise documental: os documentos da escola já foram solicitados à direção, e os municipais, ao técnico da Secretaria de Educação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960000" y="2520000"/>
            <a:ext cx="10368000" cy="187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Se habitar é estar presente e em relação, habitar o digital depende de condições que o território distribui de modo desigual. Em Pipa, é na escola que essa desigualdade ganha corpo e idade, e é dali que esta pesquisa pergunta quem pode, de fato, habitar o mundo que a lei promete às crianças.</a:t>
            </a:r>
            <a:endParaRPr lang="pt-BR" sz="2200" dirty="0"/>
          </a:p>
        </p:txBody>
      </p:sp>
      <p:sp>
        <p:nvSpPr>
          <p:cNvPr id="202" name="Título 202"/>
          <p:cNvSpPr txBox="1"/>
          <p:nvPr/>
        </p:nvSpPr>
        <p:spPr>
          <a:xfrm>
            <a:off x="3960000" y="4464000"/>
            <a:ext cx="10368000" cy="144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8400" dirty="0"/>
          </a:p>
        </p:txBody>
      </p:sp>
      <p:sp>
        <p:nvSpPr>
          <p:cNvPr id="203" name="Texto 203"/>
          <p:cNvSpPr txBox="1"/>
          <p:nvPr/>
        </p:nvSpPr>
        <p:spPr>
          <a:xfrm>
            <a:off x="3960000" y="5868000"/>
            <a:ext cx="10368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1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61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