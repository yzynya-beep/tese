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44000"/>
            <a:ext cx="15336000" cy="15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e encenada pelos profissionais da educação de Tibau do Sul (RN), da Secretaria Municipal de Educação à escola de Pipa, atravessados pelas culturas profissionais, pelas condições materiais e institucionais e pelas especificidades do lugar, e que formas de atuação emergem desse processo, entre acomodações, negociações, ressignificações e resistências?</a:t>
            </a:r>
            <a:endParaRPr lang="pt-BR" sz="1740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44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CONCEITOS E TEÓRICOS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guia a leitura da tese</a:t>
            </a:r>
            <a:endParaRPr lang="pt-BR" sz="2400" dirty="0"/>
          </a:p>
        </p:txBody>
      </p:sp>
      <p:sp>
        <p:nvSpPr>
          <p:cNvPr id="202" name="Cartão 202"/>
          <p:cNvSpPr/>
          <p:nvPr/>
        </p:nvSpPr>
        <p:spPr>
          <a:xfrm>
            <a:off x="612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POLÍTICA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políticas: influência, produção do texto,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Atuação (encenação): interpretar e traduzir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Recontextualização: a política "recriada" na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(1992, p. 22)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4914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PROFISSIONAIS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 (2005)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e fabricação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 (1999); Ball (2011); Freire (2019)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Sentidos que organizam ações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 (2006)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9216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TERRITÓRIO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usado e rugosidades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 (1999; 2006; 2012)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Lugar como encontro de trajetórias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 (2008)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e Educação OnLIFE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Backes e Palagi (2021); Di Felice (2009)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13518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 CRIANÇAS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Provisão, proteção e participação no ambiente digital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 (2021), Comentário Geral nº 25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Direitos do eixo: participação e proteção dos dados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 (2023, art. 3º, III e IV)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612000" y="8892000"/>
            <a:ext cx="17010000" cy="1152000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Formulações da tese: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habitar o digital · rugosidade tecnológica · vazio material</a:t>
            </a:r>
            <a:endParaRPr lang="pt-BR" sz="217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315 h de 330 h em componentes curriculares; proficiência em espanhol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 e registro iconográfico de Pipa e da escola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Documentação já solicitada: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PPP e planos à direção da escola; plano da rede, currículo e formações ao técnico da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2026), ConBAlf (2025), V Colóquio de Políticas Educacionais (2025)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análise da documentação recebida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885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