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PIPA/RN</a:t>
            </a:r>
            <a:endParaRPr lang="pt-BR" sz="52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profissionais, território e resistências no contexto da prática</a:t>
            </a:r>
            <a:endParaRPr lang="pt-BR" sz="2900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Território,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tal como os profissionais da educação a interpretam, traduzem e recontextualizam nos anos iniciais (1º ao 5º ano) da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Pipa, distrito de Tibau do Sul/RN.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Profissionais da educação: professoras e professores, coordenação pedagógica, direção e demais profissionais ligados aos processos pedagógicos ou à educação digital.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75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da educação encenam e recontextualizam a Política Nacional de Educação Digital no contexto da prática da Escola Municipal Domitila Castelo da Silva,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224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como os profissionais da educação encenam e recontextualizam a Política Nacional de Educação Digital no contexto da prática da Escola Municipal Domitila Castelo da Silva, em Pipa (RN), considerando as relações entre a política, as culturas profissionais, as condições materiais e institucionais da escola e as especificidades socioespaciais do território.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os diferentes profissionais da educação interpretam os textos da PNED e os discursos sobre educação digital, considerando suas experiências, crenças, valores e formas de organização do trabalho;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as condições materiais e institucionais da escola, articuladas às especificidades socioespaciais do território, atravessam os processos de tradução e recontextualização da PNED em ações, escolhas e práticas cotidianas;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diferentes formas de atuação produzidas diante da política, com atenção às situações em que emergem adesão, acomodação, adaptação, omissão seletiva, negociação, ressignificação ou resistência;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das diferentes formas de encenação da PNED para a educação digital das crianças, considerando as possibilidades de provisão, proteção e participação no ambiente digital.</a:t>
            </a:r>
            <a:endParaRPr lang="pt-BR" sz="1958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Pipa, o mesmo distrito reúne uso econômico intenso das tecnologias e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devolutiva dos resultados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entra como parte do contexto da prática, lida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na rede de Tibau do Sul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a política posta em ato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Teoria da atuação, com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2009); estudo de caso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SME como dimensão complementar do contexto externo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Lei, Res. CNE/CEB nº 2/2025, PPP, planos, atas e registros da SME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Imagens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38 imagens da escola e do Museu Digital de Pipa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Semiestruturadas, individuais, de 60 a 90 minutos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CEP; TCLE e pseudônimos; Res. CNS nº 466/2012 e 510/2016;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como contexto da prática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1376000" cy="22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8640331" y="5257409"/>
            <a:ext cx="8618969" cy="4000891"/>
            <a:chOff x="0" y="0"/>
            <a:chExt cx="2270016" cy="10537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0016" cy="1053733"/>
            </a:xfrm>
            <a:custGeom>
              <a:avLst/>
              <a:gdLst/>
              <a:ahLst/>
              <a:cxnLst/>
              <a:rect r="r" b="b" t="t" l="l"/>
              <a:pathLst>
                <a:path h="1053733" w="2270016">
                  <a:moveTo>
                    <a:pt x="37726" y="0"/>
                  </a:moveTo>
                  <a:lnTo>
                    <a:pt x="2232290" y="0"/>
                  </a:lnTo>
                  <a:cubicBezTo>
                    <a:pt x="2242296" y="0"/>
                    <a:pt x="2251892" y="3975"/>
                    <a:pt x="2258967" y="11050"/>
                  </a:cubicBezTo>
                  <a:cubicBezTo>
                    <a:pt x="2266042" y="18125"/>
                    <a:pt x="2270016" y="27721"/>
                    <a:pt x="2270016" y="37726"/>
                  </a:cubicBezTo>
                  <a:lnTo>
                    <a:pt x="2270016" y="1016006"/>
                  </a:lnTo>
                  <a:cubicBezTo>
                    <a:pt x="2270016" y="1026012"/>
                    <a:pt x="2266042" y="1035608"/>
                    <a:pt x="2258967" y="1042683"/>
                  </a:cubicBezTo>
                  <a:cubicBezTo>
                    <a:pt x="2251892" y="1049758"/>
                    <a:pt x="2242296" y="1053733"/>
                    <a:pt x="2232290" y="1053733"/>
                  </a:cubicBezTo>
                  <a:lnTo>
                    <a:pt x="37726" y="1053733"/>
                  </a:lnTo>
                  <a:cubicBezTo>
                    <a:pt x="27721" y="1053733"/>
                    <a:pt x="18125" y="1049758"/>
                    <a:pt x="11050" y="1042683"/>
                  </a:cubicBezTo>
                  <a:cubicBezTo>
                    <a:pt x="3975" y="1035608"/>
                    <a:pt x="0" y="1026012"/>
                    <a:pt x="0" y="1016006"/>
                  </a:cubicBezTo>
                  <a:lnTo>
                    <a:pt x="0" y="37726"/>
                  </a:lnTo>
                  <a:cubicBezTo>
                    <a:pt x="0" y="27721"/>
                    <a:pt x="3975" y="18125"/>
                    <a:pt x="11050" y="11050"/>
                  </a:cubicBezTo>
                  <a:cubicBezTo>
                    <a:pt x="18125" y="3975"/>
                    <a:pt x="27721" y="0"/>
                    <a:pt x="37726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2270016" cy="11108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280000" y="3240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9288000" y="5472000"/>
            <a:ext cx="7416000" cy="360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Submeter a emenda ao Comitê de Ética em Pesquisa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Realizar o campo em dez semanas, após a aprovação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Completar a análise documental: cadernos do laboratório, aquisição de 2022 e dados fiscais do município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Escrever o capítulo 7, com as narrativas dos profissionais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Incorporar as contribuições da banca</a:t>
            </a:r>
            <a:endParaRPr lang="pt-BR" sz="232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2025a.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15.211, de 17 de setembro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 proteção de crianças e adolescentes em ambientes digitais (Estatuto Digital da Criança e do Adolescente). Brasília, DF: Presidência da República, 2025b.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15.388, de 14 de abril de 2026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o Plano Nacional de Educação. Brasília, DF: Presidência da República,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6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