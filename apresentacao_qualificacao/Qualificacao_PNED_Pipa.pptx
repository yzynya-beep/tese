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08000"/>
            <a:ext cx="1533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522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