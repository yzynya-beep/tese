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15_vista_aere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25_laboratorio.jpg"/><Relationship Id="rId15" Type="http://schemas.openxmlformats.org/officeDocument/2006/relationships/image" Target="../media/pesq_fig37_alfabeto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195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 E A ESCOLA</a:t>
            </a:r>
            <a:endParaRPr lang="pt-BR" sz="5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polo turístico lá fora, salas sem telas lá dentro</a:t>
            </a:r>
            <a:endParaRPr lang="pt-BR" sz="2800" dirty="0"/>
          </a:p>
        </p:txBody>
      </p:sp>
      <p:sp>
        <p:nvSpPr>
          <p:cNvPr id="202" name="Texto 202"/>
          <p:cNvSpPr txBox="1"/>
          <p:nvPr/>
        </p:nvSpPr>
        <p:spPr>
          <a:xfrm>
            <a:off x="3744000" y="2808000"/>
            <a:ext cx="10800000" cy="144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Vila de pescadores; surfistas desde os anos 1970; turismo internacional a partir dos anos 1990 (AIRES, 2012; ALVES, 2018). Hoje, pousadas, restaurantes e passeios vendidos pela internet.</a:t>
            </a:r>
            <a:endParaRPr lang="pt-BR" sz="2175" dirty="0"/>
          </a:p>
        </p:txBody>
      </p:sp>
      <p:pic>
        <p:nvPicPr>
          <p:cNvPr id="203" name="Foto 203" descr="Vista aérea contemporânea de Pipa e sua orla turística"/>
          <p:cNvPicPr>
            <a:picLocks noChangeAspect="1"/>
          </p:cNvPicPr>
          <p:nvPr/>
        </p:nvPicPr>
        <p:blipFill>
          <a:blip r:embed="rId11"/>
          <a:srcRect l="0" t="10063" r="0" b="10063"/>
          <a:stretch>
            <a:fillRect/>
          </a:stretch>
        </p:blipFill>
        <p:spPr>
          <a:xfrm rot="-72000">
            <a:off x="93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140000"/>
            <a:ext cx="720000" cy="1152000"/>
          </a:xfrm>
          <a:prstGeom prst="rect">
            <a:avLst/>
          </a:prstGeom>
        </p:spPr>
      </p:pic>
      <p:pic>
        <p:nvPicPr>
          <p:cNvPr id="205" name="Foto 205" descr="Laboratório de informática com equipamentos desligados"/>
          <p:cNvPicPr>
            <a:picLocks noChangeAspect="1"/>
          </p:cNvPicPr>
          <p:nvPr/>
        </p:nvPicPr>
        <p:blipFill>
          <a:blip r:embed="rId14"/>
          <a:srcRect l="2259" t="0" r="2259" b="0"/>
          <a:stretch>
            <a:fillRect/>
          </a:stretch>
        </p:blipFill>
        <p:spPr>
          <a:xfrm rot="60000">
            <a:off x="651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140000"/>
            <a:ext cx="720000" cy="1152000"/>
          </a:xfrm>
          <a:prstGeom prst="rect">
            <a:avLst/>
          </a:prstGeom>
        </p:spPr>
      </p:pic>
      <p:pic>
        <p:nvPicPr>
          <p:cNvPr id="207" name="Foto 207" descr="Alfabeto móvel confeccionado artesanalmente"/>
          <p:cNvPicPr>
            <a:picLocks noChangeAspect="1"/>
          </p:cNvPicPr>
          <p:nvPr/>
        </p:nvPicPr>
        <p:blipFill>
          <a:blip r:embed="rId15"/>
          <a:srcRect l="2259" t="0" r="2259" b="0"/>
          <a:stretch>
            <a:fillRect/>
          </a:stretch>
        </p:blipFill>
        <p:spPr>
          <a:xfrm rot="-60000">
            <a:off x="1209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14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93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Pipa hoje (Museu Digital de Pipa)</a:t>
            </a:r>
            <a:endParaRPr lang="pt-BR" sz="1500" dirty="0"/>
          </a:p>
        </p:txBody>
      </p:sp>
      <p:sp>
        <p:nvSpPr>
          <p:cNvPr id="210" name="Texto 210"/>
          <p:cNvSpPr txBox="1"/>
          <p:nvPr/>
        </p:nvSpPr>
        <p:spPr>
          <a:xfrm>
            <a:off x="651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500" dirty="0"/>
          </a:p>
        </p:txBody>
      </p:sp>
      <p:sp>
        <p:nvSpPr>
          <p:cNvPr id="211" name="Texto 211"/>
          <p:cNvSpPr txBox="1"/>
          <p:nvPr/>
        </p:nvSpPr>
        <p:spPr>
          <a:xfrm>
            <a:off x="1209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500" dirty="0"/>
          </a:p>
        </p:txBody>
      </p:sp>
      <p:sp>
        <p:nvSpPr>
          <p:cNvPr id="212" name="Texto 212"/>
          <p:cNvSpPr txBox="1"/>
          <p:nvPr/>
        </p:nvSpPr>
        <p:spPr>
          <a:xfrm>
            <a:off x="936000" y="8424000"/>
            <a:ext cx="16416000" cy="172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 da escola: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