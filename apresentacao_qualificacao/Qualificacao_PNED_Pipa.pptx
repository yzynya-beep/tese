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08000"/>
            <a:ext cx="1533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522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240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464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175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832000"/>
            <a:ext cx="9216000" cy="3024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52000" tIns="252000" rIns="252000" bIns="252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46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FOI FEITO</a:t>
            </a:r>
            <a:endParaRPr lang="pt-BR" sz="4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que falta fazer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28000"/>
            <a:ext cx="6084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Feito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Componentes curriculares: 315 h de 330 h integralizadas; proficiência em espanhol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Aprovação no CEP (Parecer nº 8.038.332; CAAE 91393625.4.0000.5292)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Texto de qualificação: RSL, fundamentos, metodologia, agenda e PNED, território de Pipa e escola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Registro iconográfico de Pipa e da escola; documentos solicitados à direção e à SME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Produção: ConWiTE (2024; 2026, e-book), ConBAlf (2025, anais), V Colóquio de Políticas Educacionais (2025, aprovado)</a:t>
            </a:r>
            <a:endParaRPr lang="pt-BR" sz="1958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28000"/>
            <a:ext cx="6336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Falta fazer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e o projeto atualizado à PNED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Campo em dez semanas: técnico da SME, questionários, entrevistas e acervo documental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Transcrição, análise temática reflexiva e devolutiva à escola e à SME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7, revisão dos capítulos com as contribuições da banca e considerações finais</a:t>
            </a:r>
            <a:endParaRPr lang="pt-BR" sz="195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Seminário de Formação Doutoral II e Seminário de Pesquisa IV (em curso); proficiência em inglês; artigos; depósito e defesa</a:t>
            </a:r>
            <a:endParaRPr lang="pt-BR" sz="1958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