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  <Relationship Id="rId51" Type="http://schemas.openxmlformats.org/officeDocument/2006/relationships/slide" Target="slides/slide43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44000"/>
            <a:ext cx="15336000" cy="15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e encenada pelos profissionais da educação de Tibau do Sul (RN), da Secretaria Municipal de Educação à escola de Pipa, atravessados pelas culturas profissionais, pelas condições materiais e institucionais e pelas especificidades do lugar, e que formas de atuação emergem desse processo, entre acomodações, negociações, ressignificações e resistências?</a:t>
            </a:r>
            <a:endParaRPr lang="pt-BR" sz="1740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44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CONCEITOS E TEÓRICOS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guia a leitura da tese</a:t>
            </a:r>
            <a:endParaRPr lang="pt-BR" sz="2400" dirty="0"/>
          </a:p>
        </p:txBody>
      </p:sp>
      <p:sp>
        <p:nvSpPr>
          <p:cNvPr id="202" name="Cartão 202"/>
          <p:cNvSpPr/>
          <p:nvPr/>
        </p:nvSpPr>
        <p:spPr>
          <a:xfrm>
            <a:off x="612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POLÍTICA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políticas: influência, produção do texto, prática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Atuação (encenação): interpretar e traduzir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Recontextualização: a política "recriada" na prática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(1992, p. 22)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4914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PROFISSIONAIS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 (2005)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e fabricação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Poder e resistência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 (1999); Ball (2011); Freire (2019)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Sentidos que organizam ações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 (2006)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9216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TERRITÓRIO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usado e rugosidades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 (1999; 2006; 2012)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Lugar como encontro de trajetórias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 (2008)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e Educação OnLIFE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Backes e Palagi (2021); Di Felice (2009)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13518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CULTURA DIGITAL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Capitalismo de vigilância e dados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 (2021); Silveira (2017)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Solucionismo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 (2018)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Sujeitos produtores de cultura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Cordeiro e Oliveira (2013)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612000" y="8892000"/>
            <a:ext cx="17010000" cy="1152000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Formulações da tese: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habitar o digital · rugosidade tecnológica · vazio material</a:t>
            </a:r>
            <a:endParaRPr lang="pt-BR" sz="217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240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464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175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832000"/>
            <a:ext cx="9216000" cy="3024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52000" tIns="252000" rIns="252000" bIns="252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465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108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FOI FEITO</a:t>
            </a:r>
            <a:endParaRPr lang="pt-BR" sz="4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o que falta fazer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28000"/>
            <a:ext cx="6084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Feito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315 h de 330 h em componentes curriculares; proficiência em espanhol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Aprovação no CEP (Parecer nº 8.038.332)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Texto de qualificação e registro iconográfico de Pipa e da escola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Documentação já solicitada: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PPP e planos à direção da escola; plano da rede, currículo e formações ao técnico da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Produção: ConWiTE (2024; 2026), ConBAlf (2025), V Colóquio de Políticas Educacionais (2025)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28000"/>
            <a:ext cx="6336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Falta fazer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e o projeto atualizado à PNED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Campo em dez semanas: técnico da SME, questionários, entrevistas e análise da documentação recebida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Transcrição, análise temática reflexiva e devolutiva à escola e à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7, revisão dos capítulos com as contribuições da banca e considerações finais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Seminário de Formação Doutoral II e Seminário de Pesquisa IV (em curso); proficiência em inglês; artigos; depósito e defesa</a:t>
            </a:r>
            <a:endParaRPr lang="pt-BR" sz="1885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HALL, Stuart.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identidade cultural na pós-modernidade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11. ed. Rio de Janeiro: DP&amp;A,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