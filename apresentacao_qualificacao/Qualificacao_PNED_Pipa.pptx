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  <Relationship Id="rId50" Type="http://schemas.openxmlformats.org/officeDocument/2006/relationships/slide" Target="slides/slide42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no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acompanhada em funil: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 de Tibau do Sul/RN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que a traduz para uma rede de localidades muito diferentes, até 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em Pipa.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Na escola, os profissionais da educação dos anos iniciais (1º ao 5º ano) a interpretam, traduzem e recontextualizam: professoras e professores,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pela Secretaria Municipal de Educação de Tibau do Sul (RN), num território municipal que reúne áreas urbanas e rurais, povoados com realidades distintas e uma comunidade quilombola, e como essa recontextualização chega à Escola Municipal Domitila Castelo da Silva, em Pipa, onde os profissionais da educação a encenam, atravessados pelas culturas profissionais, pelas condições materiais e institucionais da escola e pelas especificidades do lugar, produzindo diferentes formas de atuação, entre as quais podem emergir acomodações, negociações, ressignificações e resistências?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195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REDE MUNICIPAL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265132" y="6106493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7" y="0"/>
                </a:lnTo>
                <a:lnTo>
                  <a:pt x="3897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-1229923" y="7020982"/>
            <a:ext cx="4517246" cy="4114800"/>
          </a:xfrm>
          <a:custGeom>
            <a:avLst/>
            <a:gdLst/>
            <a:ahLst/>
            <a:cxnLst/>
            <a:rect r="r" b="b" t="t" l="l"/>
            <a:pathLst>
              <a:path h="4114800" w="4517246">
                <a:moveTo>
                  <a:pt x="0" y="0"/>
                </a:moveTo>
                <a:lnTo>
                  <a:pt x="4517246" y="0"/>
                </a:lnTo>
                <a:lnTo>
                  <a:pt x="45172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76000"/>
            <a:ext cx="10512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AGORA?</a:t>
            </a:r>
            <a:endParaRPr lang="pt-BR" sz="5800" dirty="0"/>
          </a:p>
        </p:txBody>
      </p:sp>
      <p:sp>
        <p:nvSpPr>
          <p:cNvPr id="202" name="Cartão 202"/>
          <p:cNvSpPr/>
          <p:nvPr/>
        </p:nvSpPr>
        <p:spPr>
          <a:xfrm>
            <a:off x="3960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jan.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 institui a PNED</a:t>
            </a:r>
            <a:endParaRPr lang="pt-BR" sz="1958" dirty="0"/>
          </a:p>
        </p:txBody>
      </p:sp>
      <p:sp>
        <p:nvSpPr>
          <p:cNvPr id="203" name="Cartão 203"/>
          <p:cNvSpPr/>
          <p:nvPr/>
        </p:nvSpPr>
        <p:spPr>
          <a:xfrm>
            <a:off x="7506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dez.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Veto derrubado: educação digital como componente curricular do ensino fundamental</a:t>
            </a:r>
            <a:endParaRPr lang="pt-BR" sz="1958" dirty="0"/>
          </a:p>
        </p:txBody>
      </p:sp>
      <p:sp>
        <p:nvSpPr>
          <p:cNvPr id="204" name="Cartão 204"/>
          <p:cNvSpPr/>
          <p:nvPr/>
        </p:nvSpPr>
        <p:spPr>
          <a:xfrm>
            <a:off x="11052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2025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Resolução CNE/CEB nº 2: implementação curricular a partir de 2026</a:t>
            </a:r>
            <a:endParaRPr lang="pt-BR" sz="1958" dirty="0"/>
          </a:p>
        </p:txBody>
      </p:sp>
      <p:sp>
        <p:nvSpPr>
          <p:cNvPr id="205" name="Cartão 205"/>
          <p:cNvSpPr/>
          <p:nvPr/>
        </p:nvSpPr>
        <p:spPr>
          <a:xfrm>
            <a:off x="3960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Entra em vigor o Estatuto Digital da Criança e do Adolescente</a:t>
            </a:r>
            <a:endParaRPr lang="pt-BR" sz="1958" dirty="0"/>
          </a:p>
        </p:txBody>
      </p:sp>
      <p:sp>
        <p:nvSpPr>
          <p:cNvPr id="206" name="Cartão 206"/>
          <p:cNvSpPr/>
          <p:nvPr/>
        </p:nvSpPr>
        <p:spPr>
          <a:xfrm>
            <a:off x="7506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Novo Plano Nacional de Educação (Lei nº 15.388/2026)</a:t>
            </a:r>
            <a:endParaRPr lang="pt-BR" sz="1958" dirty="0"/>
          </a:p>
        </p:txBody>
      </p:sp>
      <p:sp>
        <p:nvSpPr>
          <p:cNvPr id="207" name="Cartão 207"/>
          <p:cNvSpPr/>
          <p:nvPr/>
        </p:nvSpPr>
        <p:spPr>
          <a:xfrm>
            <a:off x="11052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 pesquisa: a PNED no contexto da prática</a:t>
            </a:r>
            <a:endParaRPr lang="pt-BR" sz="1958" dirty="0"/>
          </a:p>
        </p:txBody>
      </p:sp>
      <p:sp>
        <p:nvSpPr>
          <p:cNvPr id="208" name="Texto 208"/>
          <p:cNvSpPr txBox="1"/>
          <p:nvPr/>
        </p:nvSpPr>
        <p:spPr>
          <a:xfrm>
            <a:off x="3960000" y="7200000"/>
            <a:ext cx="10656000" cy="237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2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No contexto da prática, “a política não é simplesmente recebida e implementada nesta arena, ao contrário, ela está sujeita à interpretação e então é ‘recriada’” (BOWE; BALL; GOLD, 1992, p. 22, tradução nossa).</a:t>
            </a:r>
            <a:endParaRPr lang="pt-BR" sz="232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e como a tradução municipal da PNED considera as diferenças entre as localidades,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da Secretaria à escola.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território municipal, de Tibau do Sul a Pipa, entra como parte do contexto, lido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da Secretaria de Tibau do Sul à escola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 com unidades incorporadas: a SME e a escola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Funil: da rede e do território municipal à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lei exige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Implementação curricular a partir de 2026 (Res. CNE/CEB nº 2/2025, art. 36)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tratada como ação de promoção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Art. 11: nenhum fundo próprio nem transferência obrigatória aos municípios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proposição a verificar no campo</a:t>
            </a:r>
            <a:endParaRPr lang="pt-BR" sz="2102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preliminar, a conferir no Censo Escolar)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</a:t>
            </a:r>
            <a:endParaRPr lang="pt-BR" sz="2392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· campo em dez semanas após a aprovação · análise documental: os documentos da escola já foram solicitados à direção, e os municipais, ao técnico da Secretaria de Educação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2025a.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15.211, de 17 de setembro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 proteção de crianças e adolescentes em ambientes digitais (Estatuto Digital da Criança e do Adolescente). Brasília, DF: Presidência da República, 2025b.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15.388, de 14 de abril de 2026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o Plano Nacional de Educação. Brasília, DF: Presidência da República,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650" dirty="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