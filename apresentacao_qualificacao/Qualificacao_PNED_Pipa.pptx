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PIPA/RN</a:t>
            </a:r>
            <a:endParaRPr lang="pt-BR" sz="52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profissionais, território e resistências no contexto da prática</a:t>
            </a:r>
            <a:endParaRPr lang="pt-BR" sz="2900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Território,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Política Nacional de Educação Digital (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no eixo 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tal como os profissionais da educação a interpretam, traduzem e recontextualizam nos anos iniciais (1º ao 5º ano) da 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em Pipa, distrito de Tibau do Sul/RN.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Profissionais da educação: professoras e professores, coordenação pedagógica, direção e demais profissionais ligados aos processos pedagógicos ou à educação digital.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75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9648000" y="3168000"/>
            <a:ext cx="7776000" cy="58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os profissionais da educação encenam e recontextualizam a Política Nacional de Educação Digital no contexto da prática da Escola Municipal Domitila Castelo da Silva, em Pipa (RN), e como as culturas profissionais, as condições materiais e institucionais da escola e as especificidades socioespaciais do território atravessam esse processo, produzindo diferentes formas de atuação, entre as quais podem emergir acomodações, negociações, ressignificações e resistências?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58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resistência é uma possibilidade a examinar nos dados, sem ser pressuposta.</a:t>
            </a:r>
            <a:endParaRPr lang="pt-BR" sz="2248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como os profissionais da educação encenam e recontextualizam a Política Nacional de Educação Digital no contexto da prática da Escola Municipal Domitila Castelo da Silva, em Pipa (RN), considerando as relações entre a política, as culturas profissionais, as condições materiais e institucionais da escola e as especificidades socioespaciais do território.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como os diferentes profissionais da educação interpretam os textos da PNED e os discursos sobre educação digital, considerando suas experiências, crenças, valores e formas de organização do trabalho;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como as condições materiais e institucionais da escola, articuladas às especificidades socioespaciais do território, atravessam os processos de tradução e recontextualização da PNED em ações, escolhas e práticas cotidianas;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diferentes formas de atuação produzidas diante da política, com atenção às situações em que emergem adesão, acomodação, adaptação, omissão seletiva, negociação, ressignificação ou resistência;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Discutir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implicações das diferentes formas de encenação da PNED para a educação digital das crianças, considerando as possibilidades de provisão, proteção e participação no ambiente digital.</a:t>
            </a:r>
            <a:endParaRPr lang="pt-BR" sz="1958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5265132" y="6106493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7" y="0"/>
                </a:lnTo>
                <a:lnTo>
                  <a:pt x="3897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-1229923" y="7020982"/>
            <a:ext cx="4517246" cy="4114800"/>
          </a:xfrm>
          <a:custGeom>
            <a:avLst/>
            <a:gdLst/>
            <a:ahLst/>
            <a:cxnLst/>
            <a:rect r="r" b="b" t="t" l="l"/>
            <a:pathLst>
              <a:path h="4114800" w="4517246">
                <a:moveTo>
                  <a:pt x="0" y="0"/>
                </a:moveTo>
                <a:lnTo>
                  <a:pt x="4517246" y="0"/>
                </a:lnTo>
                <a:lnTo>
                  <a:pt x="451724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76000"/>
            <a:ext cx="10512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AGORA?</a:t>
            </a:r>
            <a:endParaRPr lang="pt-BR" sz="5800" dirty="0"/>
          </a:p>
        </p:txBody>
      </p:sp>
      <p:sp>
        <p:nvSpPr>
          <p:cNvPr id="202" name="Cartão 202"/>
          <p:cNvSpPr/>
          <p:nvPr/>
        </p:nvSpPr>
        <p:spPr>
          <a:xfrm>
            <a:off x="3960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jan. 2023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 institui a PNED</a:t>
            </a:r>
            <a:endParaRPr lang="pt-BR" sz="1958" dirty="0"/>
          </a:p>
        </p:txBody>
      </p:sp>
      <p:sp>
        <p:nvSpPr>
          <p:cNvPr id="203" name="Cartão 203"/>
          <p:cNvSpPr/>
          <p:nvPr/>
        </p:nvSpPr>
        <p:spPr>
          <a:xfrm>
            <a:off x="7506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dez. 2023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Veto derrubado: educação digital como componente curricular do ensino fundamental</a:t>
            </a:r>
            <a:endParaRPr lang="pt-BR" sz="1958" dirty="0"/>
          </a:p>
        </p:txBody>
      </p:sp>
      <p:sp>
        <p:nvSpPr>
          <p:cNvPr id="204" name="Cartão 204"/>
          <p:cNvSpPr/>
          <p:nvPr/>
        </p:nvSpPr>
        <p:spPr>
          <a:xfrm>
            <a:off x="11052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2025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Resolução CNE/CEB nº 2: implementação curricular a partir de 2026</a:t>
            </a:r>
            <a:endParaRPr lang="pt-BR" sz="1958" dirty="0"/>
          </a:p>
        </p:txBody>
      </p:sp>
      <p:sp>
        <p:nvSpPr>
          <p:cNvPr id="205" name="Cartão 205"/>
          <p:cNvSpPr/>
          <p:nvPr/>
        </p:nvSpPr>
        <p:spPr>
          <a:xfrm>
            <a:off x="3960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Entra em vigor o Estatuto Digital da Criança e do Adolescente</a:t>
            </a:r>
            <a:endParaRPr lang="pt-BR" sz="1958" dirty="0"/>
          </a:p>
        </p:txBody>
      </p:sp>
      <p:sp>
        <p:nvSpPr>
          <p:cNvPr id="206" name="Cartão 206"/>
          <p:cNvSpPr/>
          <p:nvPr/>
        </p:nvSpPr>
        <p:spPr>
          <a:xfrm>
            <a:off x="7506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abr. 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Novo Plano Nacional de Educação (Lei nº 15.388/2026)</a:t>
            </a:r>
            <a:endParaRPr lang="pt-BR" sz="1958" dirty="0"/>
          </a:p>
        </p:txBody>
      </p:sp>
      <p:sp>
        <p:nvSpPr>
          <p:cNvPr id="207" name="Cartão 207"/>
          <p:cNvSpPr/>
          <p:nvPr/>
        </p:nvSpPr>
        <p:spPr>
          <a:xfrm>
            <a:off x="11052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 pesquisa: a PNED no contexto da prática</a:t>
            </a:r>
            <a:endParaRPr lang="pt-BR" sz="1958" dirty="0"/>
          </a:p>
        </p:txBody>
      </p:sp>
      <p:sp>
        <p:nvSpPr>
          <p:cNvPr id="208" name="Texto 208"/>
          <p:cNvSpPr txBox="1"/>
          <p:nvPr/>
        </p:nvSpPr>
        <p:spPr>
          <a:xfrm>
            <a:off x="3960000" y="7200000"/>
            <a:ext cx="10656000" cy="237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2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No contexto da prática, “a política não é simplesmente recebida e implementada nesta arena, ao contrário, ela está sujeita à interpretação e então é ‘recriada’” (BOWE; BALL; GOLD, 1992, p. 22, tradução nossa).</a:t>
            </a:r>
            <a:endParaRPr lang="pt-BR" sz="232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Pipa, o mesmo distrito reúne uso econômico intenso das tecnologias e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devolutiva dos resultados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à escola.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entra como parte do contexto da prática, lida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na rede de Tibau do Sul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a política posta em ato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Teoria da atuação, com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2009); estudo de caso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SME como dimensão complementar do contexto externo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Lei, Res. CNE/CEB nº 2/2025, PPP, planos, atas e registros da SME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Imagens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38 imagens da escola e do Museu Digital de Pipa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Semiestruturadas, individuais, de 60 a 90 minutos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CEP; TCLE e pseudônimos; Res. CNS nº 466/2012 e 510/2016;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lei exige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Implementação curricular a partir de 2026 (Res. CNE/CEB nº 2/2025, art. 36)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tratada como ação de promoção</a:t>
            </a:r>
            <a:endParaRPr lang="pt-BR" sz="2102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Art. 11: nenhum fundo próprio nem transferência obrigatória aos municípios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proposição a verificar no campo</a:t>
            </a:r>
            <a:endParaRPr lang="pt-BR" sz="2102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como contexto da prática</a:t>
            </a:r>
            <a:endParaRPr lang="pt-BR" sz="3000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1376000" cy="22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024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176000"/>
            <a:ext cx="9216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292000"/>
            <a:ext cx="9216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silêncio do cotidiano escolar, o preço dessa ausência?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248" dirty="0"/>
          </a:p>
        </p:txBody>
      </p:sp>
      <p:sp>
        <p:nvSpPr>
          <p:cNvPr id="204" name="Cartão 204"/>
          <p:cNvSpPr/>
          <p:nvPr/>
        </p:nvSpPr>
        <p:spPr>
          <a:xfrm>
            <a:off x="8568000" y="7884000"/>
            <a:ext cx="9216000" cy="2160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Próximos passos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 · campo em dez semanas após a aprovação · análise documental (cadernos do laboratório, aquisição de 2022, dados fiscais do município) · capítulo 7, com as narrativas dos profissionais · contribuições da banca</a:t>
            </a:r>
            <a:endParaRPr lang="pt-BR" sz="1885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6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2025a.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15.211, de 17 de setembro de 2025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 proteção de crianças e adolescentes em ambientes digitais (Estatuto Digital da Criança e do Adolescente). Brasília, DF: Presidência da República, 2025b.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15.388, de 14 de abril de 2026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o Plano Nacional de Educação. Brasília, DF: Presidência da República, 2026.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650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6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